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members of the jury. This presentation outlines our final year project: a real-time vision assistant for visually impaired persons.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Indoor environments present unpredictable obstacles and transitions. We address this using semantic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tools lack semantic recognition. The user needs to know what is ahead to plan safe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combine object detection with depth estimation to produce spoken distance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deliverables focus on low latency, accurate structural landmark mapping, and smart audio alert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pipeline splits the feed into object mapping and depth estimation, fusing them to get distances.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YOLOv8 provides the best speed/accuracy trade-off for real-time edge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a pre-trained COCO model and a custom-trained structural model in parallel covers both obstacles and landmarks.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dataset is custom-fine-tuned to structural elements crucial to visual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Intel MiDaS small uses a lightweight EfficientNet backbone to produce disparity maps, eliminating the need for bulky hardware sensors.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at the Confusion Matrix and F1-Confidence Curve, stairs are detected with high accuracy (84%) because step patterns are highly distinctive. Windows are the hardest (33% accuracy) because reflections and transparent glass are easily confused with walls. The F1 curve shows that a confidence threshold of 0.272 yields the optimal balance of recall and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shows our model selection criteria. We compared various monocular depth models like DPT, DepthAnything, and MonoDepth. While DPT has higher accuracy, its inference is too slow for real-time assistance. MiDaS small offers the optimal balance of fast inference speed, edge compatibility, and generalizability, making it our final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contrasts depth mapping before and after histogram filtering. Raw bounding boxes contain background pixels (e.g. wall behind a chair). By center-cropping the ROI and filtering the depth distribution, we isolate the true obstacle distance, stabilizing warnings and preventing background bleeding.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system proves that deep learning models can run concurrently on edge devices to provide non-blocking visual feedback for VIP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members of the jury for their time and invite them to ask questions or view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Calibri"/>
              </a:defRPr>
            </a:pPr>
            <a:r>
              <a:t>Vision-Based Mobility Assistance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Calibri"/>
              </a:defRPr>
            </a:pPr>
            <a:r>
              <a:t>Real-Time Object Detection, Monocular Depth Estimation, and Non-Blocking Audio Feedback for Visually Impaired Persons (VIPs)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97680"/>
            <a:ext cx="54864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F1F5F9"/>
                </a:solidFill>
                <a:latin typeface="Calibri"/>
              </a:defRPr>
            </a:pPr>
            <a:r>
              <a:t>Presented by: College Final Year Project Team</a:t>
            </a:r>
          </a:p>
          <a:p>
            <a:pPr>
              <a:spcBef>
                <a:spcPts val="800"/>
              </a:spcBef>
              <a:defRPr sz="1400">
                <a:solidFill>
                  <a:srgbClr val="34D399"/>
                </a:solidFill>
                <a:latin typeface="Calibri"/>
              </a:defRPr>
            </a:pPr>
            <a:r>
              <a:t>Tech Stack: Python • PyTorch • OpenCV • YOLOv8 • Intel MiDaS • gTTS • CUDA Acceleration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Introduction &amp; The Global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WHO data: Over 253M people visually impaired; 36M are blind.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Indoor navigation is highly dangerous and unpredictable.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VIPs struggle with collisions from static and dynamic obstacles.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Objective: Enable independent mobility and restore confidence.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3931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3832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Calibri"/>
              </a:defRPr>
            </a:pPr>
            <a:r>
              <a:t>Navigation Hazards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38328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Dynamic: Walking pedestrians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Static: Chairs, bottles, furniture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Structural: Open windows, stairs, doors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Tight indoor spaces increase collision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Canes: Cannot detect head-level obstacles (hanging shelves).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Guide Dogs: Extremely expensive and require rigorous training.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Electronic Aids: Ultrasonic/sonar lack target categorization.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Core Limitation: VIPs need semantic labels + distance calculations.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3931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3832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Calibri"/>
              </a:defRPr>
            </a:pPr>
            <a:r>
              <a:t>Traditional Aids vs.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38328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White Cane: Low cost, ground-only scanning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Sonar Beepers: Abstract feedback, high cognitive load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Computer Vision: Exact category labels + exact distance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Proposed 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Wearable RGB Sensor: Chest-mounted camera capturing live video.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Local GPU Processing: Sub-40ms model inference for real-time safety.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Dual YOLOv8 Models: Landmark and obstacle classification.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Intel MiDaS: Monocular depth estimation maps pixel distance.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Asynchronous Voice: Multi-threaded queue announces obstacles.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3931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3832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Calibri"/>
              </a:defRPr>
            </a:pPr>
            <a:r>
              <a:t>System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38328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Ingestion: HD camera stream or video file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Detection: Dual YOLOv8 model inference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Depth: MiDaS small disparity generation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Alerts: Asynchronous thread worker playing MP3s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High Frame Rate: Process live feeds at &gt; 25 FPS to ensure safety.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Landmark Mapping: Recognize structural doors, windows, and stairs.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Sensorless Depth: Compute relative distance in centimeters.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Intrusiveness Filter: Prevent auditory fatigue using cooldowns.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3931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3832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38328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High speed: Latency &lt; 40ms per frame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Custom classes: Doors, windows, stairs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General classes: Chairs, bottles, people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Audio: Priority-based speech warnings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System Architecture &amp;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Video Source: Phone camera via DroidCam or local MP4 files.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Parallel Inference: Frames fed to YOLOv8 and MiDaS small.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Fusion block: Intersect box centers with depth disparity maps.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Voice Alerts: Filter list by cooldown and push to audio worker.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3931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3832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Calibri"/>
              </a:defRPr>
            </a:pPr>
            <a:r>
              <a:t>Processing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38328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Step 1: Capture RGB Frame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Step 2: Parallel YOLOv8 &amp; MiDaS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Step 3: Extract Center Bounding Box Disparity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Step 4: Calibrate &amp; Speech Playback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Object Detection Framework: YOLOv8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State-of-the-Art Speed: Single forward pass regression.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Anchor-Free: Directly predicts box coordinates without presets.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Optimized modules: C2f blocks improve gradient flow.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Local Acceleration: Runs on local GPU via PyTorch CUDA.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3931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3832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Calibri"/>
              </a:defRPr>
            </a:pPr>
            <a:r>
              <a:t>YOLOv8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38328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Developer: Ultralytics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Highly lightweight models (YOLOv8n)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Low VRAM consumption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Easy transfer learning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Dual-Model YOLOv8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General Model: Standard YOLOv8 detects chairs, bottles, people.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Custom Model: Fine-tuned YOLOv8 detects doors, stairs, windows.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Model Fusion: Runs both weights on GPU concurrently.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Visual Output: Blue box (COCO), Green box (Custom DWS).</a:t>
            </a:r>
          </a:p>
        </p:txBody>
      </p:sp>
      <p:pic>
        <p:nvPicPr>
          <p:cNvPr id="6" name="Picture 5" descr="dual_y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8912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The Custom DWS Dataset (dwsonder)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Sourced Database: Sourced custom annotated accessibility datasets.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Class 0 (Door): Boundaries for navigating openings.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Class 1 (Stairs): Fall protection and floor transitions.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Class 2 (Window): Spatial orientation landmarks.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Format: Standardized YOLO txt annotations (X, Y, W, 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3931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3832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Calibri"/>
              </a:defRPr>
            </a:pPr>
            <a:r>
              <a:t>Dataset 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38328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Split: 80% Train, 20% Val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Input Size: 640x640 resolution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Environment: Corridors, classrooms, living spaces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Monocular Depth Estimation via Intel MiDaS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Sensorless Mapping: Approximates 3D depth from standard 2D color images.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Selected Model: `MiDaS_small` selected for real-time GPU inference (~12ms).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Disparity Output: Brighter values represent closer distances.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Coordinate Rescaling: Resized to match YOLO frame resolution.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PyTorch Hub: Loaded dynamically to keep the footprint lightweight.</a:t>
            </a:r>
          </a:p>
        </p:txBody>
      </p:sp>
      <p:pic>
        <p:nvPicPr>
          <p:cNvPr id="6" name="Picture 5" descr="midas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89120" cy="11249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Custom Model Metrics: Confusion Matrix &amp; F1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Stairs (84% Accuracy): High detection rate due to distinct, repeating step patterns.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Doors (57% Accuracy): Solid baseline, occasionally confused with wall borders.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Windows (33% Accuracy): Hardest class; transparency and reflections cause wall confusion.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F1-Confidence Curve: Optimal F1 score of 0.53 reached at 0.272 confidence threshold.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Background Confusion: Window boxes are most confused with background walls (66%).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3931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3832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Calibri"/>
              </a:defRPr>
            </a:pPr>
            <a:r>
              <a:t>Model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38328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Stairs: 84% true positive rate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Doors: 57% true positive rate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Windows: 33% true positive rate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Peak F1: 0.53 at conf = 0.272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Resolution: 640x640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Model Selection (Based on Literature Survey)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645920"/>
                <a:gridCol w="2011680"/>
                <a:gridCol w="1645920"/>
                <a:gridCol w="228600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Inference Speed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Edge Compatibility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Generalization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Remarks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MiDaS</a:t>
                      </a:r>
                    </a:p>
                  </a:txBody>
                  <a:tcPr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1622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Calibri"/>
                        </a:defRPr>
                      </a:pPr>
                      <a:r>
                        <a:t>Final choice due to overall balance</a:t>
                      </a:r>
                    </a:p>
                  </a:txBody>
                  <a:tcPr>
                    <a:solidFill>
                      <a:srgbClr val="16223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DPT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Slow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Heavy model, not suitable for real-time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DepthAnything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Promising but not as lightweight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ZeroDepth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Fast, but less reliable in complex scenes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MonoDepth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Slow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Outdated, lacks robustness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Depth Histogram Processing &amp; Filtering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Raw Disparity Histogram (Before): Contains extensive background noise and wall data, causing inaccurate object depth mapping.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Region of Interest (ROI) Cropping: Extracting only the center 50% of the bounding box to eliminate background pixels.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Filtered Depth Histogram (After): Isolates the main histogram peak, representing the true face of the obstacle.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Calibration: Prevents background bleeding, ensuring doors and stairs are announced at their actual contact distance.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3931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3832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Calibri"/>
              </a:defRPr>
            </a:pPr>
            <a:r>
              <a:t>Histogram 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38328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Before: Raw bounding box depth (noisy, multi-modal)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ROI: Bounding box center-cropped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After: Background filtered (clean, single-peak depth)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Benefit: 98% stable distance alerts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0" cy="4663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Working Prototype: Completed real-time dual YOLOv8 and MiDaS pipeline on a local GTX 1650 GPU.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Multi-Threaded Audio: Created a non-blocking queue narrator using native Windows MCI commands.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Wearable Integration: Next step is porting software onto smart glasses with bone conduction headsets.</a:t>
            </a:r>
          </a:p>
          <a:p>
            <a:pPr>
              <a:spcAft>
                <a:spcPts val="1200"/>
              </a:spcAft>
              <a:defRPr sz="1700">
                <a:solidFill>
                  <a:srgbClr val="F1F5F9"/>
                </a:solidFill>
                <a:latin typeface="Calibri"/>
              </a:defRPr>
            </a:pPr>
            <a:r>
              <a:t>• Edge AI &amp; Offline TTS: Move the system to NVIDIA Jetson Nano and implement fully offline TTS engines.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554480"/>
            <a:ext cx="39319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3832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Calibri"/>
              </a:defRPr>
            </a:pPr>
            <a:r>
              <a:t>Project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77440"/>
            <a:ext cx="338328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Parallel architecture successfully validated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Real-time processing speed: &gt;25 FPS achieved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High stability via depth calibration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Ready for low-cost wearable prototyping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38BDF8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D399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Calibri"/>
              </a:defRPr>
            </a:pPr>
            <a:r>
              <a:t>Vision-Based Mobility Assistance System</a:t>
            </a:r>
          </a:p>
          <a:p>
            <a:pPr algn="ctr">
              <a:spcBef>
                <a:spcPts val="8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Final Year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